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2926080" cy="329184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HEALTHCARE TECHNOLOGY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MediGuard 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EA5E9"/>
                </a:solidFill>
                <a:latin typeface="Segoe UI"/>
              </a:defRPr>
            </a:pPr>
            <a:r>
              <a:t>Household Medicine Expiry Alert &amp; Inventory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An intelligent, full-stack platform designed to safeguard families by tracking home medicine cabinets, providing dynamic multi-tier expiry warnings, enforcing atomic persistence, and ensuring zero medication blindspots.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480560"/>
            <a:ext cx="2331720" cy="118872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64592" rIns="164592"/>
          <a:lstStyle/>
          <a:p>
            <a:pPr algn="ctr">
              <a:defRPr sz="1200" b="1">
                <a:solidFill>
                  <a:srgbClr val="2DD4BF"/>
                </a:solidFill>
                <a:latin typeface="Segoe UI"/>
              </a:defRPr>
            </a:pPr>
            <a:r>
              <a:t>JAVA 21 LTS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Spring Boot 3.2.5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48456" y="4480560"/>
            <a:ext cx="2331720" cy="118872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64592" rIns="164592"/>
          <a:lstStyle/>
          <a:p>
            <a:pPr algn="ctr">
              <a:defRPr sz="1200" b="1">
                <a:solidFill>
                  <a:srgbClr val="2DD4BF"/>
                </a:solidFill>
                <a:latin typeface="Segoe UI"/>
              </a:defRPr>
            </a:pPr>
            <a:r>
              <a:t>MYSQL 8.0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Indexed Relational DB +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480560"/>
            <a:ext cx="2331720" cy="118872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64592" rIns="164592"/>
          <a:lstStyle/>
          <a:p>
            <a:pPr algn="ctr">
              <a:defRPr sz="1200" b="1">
                <a:solidFill>
                  <a:srgbClr val="2DD4BF"/>
                </a:solidFill>
                <a:latin typeface="Segoe UI"/>
              </a:defRPr>
            </a:pPr>
            <a:r>
              <a:t>VERCEL CLOUD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Serverless Edge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480560"/>
            <a:ext cx="2331720" cy="118872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64592" rIns="164592"/>
          <a:lstStyle/>
          <a:p>
            <a:pPr algn="ctr">
              <a:defRPr sz="1200" b="1">
                <a:solidFill>
                  <a:srgbClr val="2DD4BF"/>
                </a:solidFill>
                <a:latin typeface="Segoe UI"/>
              </a:defRPr>
            </a:pPr>
            <a:r>
              <a:t>VERDICT CERTIFIED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100% Quality &amp; Test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0350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EA5E9"/>
                </a:solidFill>
                <a:latin typeface="Segoe UI"/>
              </a:defRPr>
            </a:pPr>
            <a:r>
              <a:t>🌐 Live App: https://mediguard-jade.vercel.app   •   📦 GitHub: github.com/aelin-codes/mediguard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Why Household Medicine Management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Every year, millions of households suffer from accidental ingestion of expired medications.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MediGuard 💊  |  Household Medicine Expiry Alert System  •  https://mediguard-jade.vercel.app  •  Slide 2 of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DC2626"/>
                </a:solidFill>
                <a:latin typeface="Segoe UI"/>
              </a:defRPr>
            </a:pPr>
            <a:r>
              <a:t>TOXICITY &amp; REDUCED EFFICACY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Hidden Expiry Hazards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Medications degrade past expiry dates, losing therapeutic potency or forming toxic degradation compounds.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WHO and FDA reports reveal over 60% of home medicine cabinets harbor dangerously outdated drugs.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Patients consume degraded analgesics, antibiotics, or eye drops without realizing the critical health risks.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28416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EA580C"/>
                </a:solidFill>
                <a:latin typeface="Segoe UI"/>
              </a:defRPr>
            </a:pPr>
            <a:r>
              <a:t>HIGH STRESS &amp; ZERO VISIBILITY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Emergency Dosing Chaos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In acute illness or nocturnal emergencies, individuals reach for medications in the dark without checking dates.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Tiny, printed batch expiration codes on blister packs are virtually illegible under dim lighting or duress.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Leads to preventable adverse drug events (ADEs) and urgent emergency room admissions.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1874519"/>
            <a:ext cx="3328416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19872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CLUTTERED STORAGE &amp; COST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Cabinet Waste &amp; Duplication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Without an inventory log, families repeatedly buy duplicate medicines they already own.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Half-empty bottles sit buried behind bathroom shelves until discovered years past their shelf-life.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High financial wastage and lack of visibility into actual remaining doses.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1874519"/>
            <a:ext cx="3328416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MediGuard: Proactive Healthcare At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An intelligent digital guardian that transforms reactive medicine storage into proactive safety.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MediGuard 💊  |  Household Medicine Expiry Alert System  •  https://mediguard-jade.vercel.app  •  Slide 3 of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17550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28600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DYNAMIC REAL-TIME CALCULATION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Automated Expiry Engine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Continuously computes calendar days remaining until expiry. Instantly categorizes all stored medicines into 4 distinct color-coded risk bands without requiring manual math or re-entry.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91440" cy="1965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2784" y="1874519"/>
            <a:ext cx="517550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2860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PERSONALIZED ALERT HORIZONS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Configurable Household Thresholds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Every family has unique routines. MediGuard lets users customize their warning alert threshold (15, 30, 45, or 60 days) with instant dynamic recalculation across the entire cabinet.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874519"/>
            <a:ext cx="91440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069079"/>
            <a:ext cx="517550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28600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ZERO ZERO-QUANTITY GHOST ITEMS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Smart Dosage &amp; Unit Consumption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Clicking 'Mark as Used' safely decrements stock count unit-by-unit. When the last unit is consumed, MediGuard automatically removes it from the cabinet and logs the consumption.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69079"/>
            <a:ext cx="91440" cy="1965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2784" y="4069079"/>
            <a:ext cx="517550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28600"/>
          <a:lstStyle/>
          <a:p>
            <a:pPr algn="ctr">
              <a:defRPr sz="950" b="1">
                <a:solidFill>
                  <a:srgbClr val="16A34A"/>
                </a:solidFill>
                <a:latin typeface="Segoe UI"/>
              </a:defRPr>
            </a:pPr>
            <a:r>
              <a:t>ACCOUNTABILITY &amp; SAFE DISPOSAL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Complete Audit Trail &amp; History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Maintains an automated, capped audit log of cabinet events — recording who added, used, or discarded medications, ensuring complete transparency and proper disposal tracking.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4069079"/>
            <a:ext cx="91440" cy="1965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Deterministic 4-Tier Expiry Status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Every medication is evaluated against a mathematical timeline using java.time.LocalDate zero-drift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MediGuard 💊  |  Household Medicine Expiry Alert System  •  https://mediguard-jade.vercel.app  •  Slide 4 of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49631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34440" lIns="164592" rIns="164592"/>
          <a:lstStyle/>
          <a:p>
            <a:pPr algn="ctr"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Past manufacturer expiry date.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Prominently triggers top warning banner in dashboard.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Blocks accidental usage and advises immediate FDA-compliant safe disposal.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Red accent card border on mobile.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2496312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CRITICAL HAZARD</a:t>
            </a:r>
          </a:p>
          <a:p>
            <a:pPr algn="ctr">
              <a:defRPr sz="1700" b="1">
                <a:solidFill>
                  <a:srgbClr val="DC2626"/>
                </a:solidFill>
                <a:latin typeface="Segoe UI"/>
              </a:defRPr>
            </a:pPr>
            <a:r>
              <a:t>EXPIRED</a:t>
            </a:r>
          </a:p>
          <a:p>
            <a:pPr algn="ctr">
              <a:defRPr sz="1000">
                <a:solidFill>
                  <a:srgbClr val="475569"/>
                </a:solidFill>
                <a:latin typeface="Segoe UI"/>
              </a:defRPr>
            </a:pPr>
            <a:r>
              <a:t>Days Remaining ≤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49631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34440" lIns="164592" rIns="164592"/>
          <a:lstStyle/>
          <a:p>
            <a:pPr algn="ctr"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Less than one week remaining.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Immediate attention badge.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Urges patient or caregiver to finish prescribed cycle or order pharmacy replenishment.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High-visibility orange badge.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74519"/>
            <a:ext cx="2496312" cy="10515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850" b="1">
                <a:solidFill>
                  <a:srgbClr val="EA580C"/>
                </a:solidFill>
                <a:latin typeface="Segoe UI"/>
              </a:defRPr>
            </a:pPr>
            <a:r>
              <a:t>IMMINENT EXPIRY</a:t>
            </a:r>
          </a:p>
          <a:p>
            <a:pPr algn="ctr">
              <a:defRPr sz="1700" b="1">
                <a:solidFill>
                  <a:srgbClr val="EA580C"/>
                </a:solidFill>
                <a:latin typeface="Segoe UI"/>
              </a:defRPr>
            </a:pPr>
            <a:r>
              <a:t>CRITICAL</a:t>
            </a:r>
          </a:p>
          <a:p>
            <a:pPr algn="ctr">
              <a:defRPr sz="1000">
                <a:solidFill>
                  <a:srgbClr val="475569"/>
                </a:solidFill>
                <a:latin typeface="Segoe UI"/>
              </a:defRPr>
            </a:pPr>
            <a:r>
              <a:t>1 to 7 Days Left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249631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34440" lIns="164592" rIns="164592"/>
          <a:lstStyle/>
          <a:p>
            <a:pPr algn="ctr"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Within user custom horizon (default: 30 days).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Provides early warning window before medicine reaches critical zone.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Prevents surprise expirations during holidays or travel.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2496312" cy="105156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850" b="1">
                <a:solidFill>
                  <a:srgbClr val="D97706"/>
                </a:solidFill>
                <a:latin typeface="Segoe UI"/>
              </a:defRPr>
            </a:pPr>
            <a:r>
              <a:t>UPCOMING EXPIRY</a:t>
            </a:r>
          </a:p>
          <a:p>
            <a:pPr algn="ctr">
              <a:defRPr sz="1700" b="1">
                <a:solidFill>
                  <a:srgbClr val="D97706"/>
                </a:solidFill>
                <a:latin typeface="Segoe UI"/>
              </a:defRPr>
            </a:pPr>
            <a:r>
              <a:t>WARNING</a:t>
            </a:r>
          </a:p>
          <a:p>
            <a:pPr algn="ctr">
              <a:defRPr sz="1000">
                <a:solidFill>
                  <a:srgbClr val="475569"/>
                </a:solidFill>
                <a:latin typeface="Segoe UI"/>
              </a:defRPr>
            </a:pPr>
            <a:r>
              <a:t>8 to Threshold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874519"/>
            <a:ext cx="249631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34440" lIns="164592" rIns="164592"/>
          <a:lstStyle/>
          <a:p>
            <a:pPr algn="ctr"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Shelf life well beyond alert threshold.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Active inventory ready for regular use.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Full therapeutic efficacy assured.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Clean green status badge.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74519"/>
            <a:ext cx="2496312" cy="1051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850" b="1">
                <a:solidFill>
                  <a:srgbClr val="16A34A"/>
                </a:solidFill>
                <a:latin typeface="Segoe UI"/>
              </a:defRPr>
            </a:pPr>
            <a:r>
              <a:t>VERIFIED POTENT</a:t>
            </a:r>
          </a:p>
          <a:p>
            <a:pPr algn="ctr">
              <a:defRPr sz="1700" b="1">
                <a:solidFill>
                  <a:srgbClr val="16A34A"/>
                </a:solidFill>
                <a:latin typeface="Segoe UI"/>
              </a:defRPr>
            </a:pPr>
            <a:r>
              <a:t>SAFE</a:t>
            </a:r>
          </a:p>
          <a:p>
            <a:pPr algn="ctr">
              <a:defRPr sz="1000">
                <a:solidFill>
                  <a:srgbClr val="475569"/>
                </a:solidFill>
                <a:latin typeface="Segoe UI"/>
              </a:defRPr>
            </a:pPr>
            <a:r>
              <a:t>&gt; Threshold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Full-Stack Dual-Engine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Designed for both cloud-native serverless deployment and offline enterprise local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MediGuard 💊  |  Household Medicine Expiry Alert System  •  https://mediguard-jade.vercel.app  •  Slide 5 of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RESPONSIVE MOBILE &amp; WEB UI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Layer 1: Frontend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HTML5 &amp; Modern CSS3 with CSS Custom Properties.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Zero external UI frameworks (lightweight, &lt;15KB payload).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Adaptive Card View for mobile screens (≤768px).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44px touch targets compliant with accessibility standards.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16px minimum form inputs preventing mobile zoom bugs.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2841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DUAL EXECUTION RUNTIME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Layer 2: API &amp; Services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Cloud: Vercel Serverless Functions in Node.js (api/medicines, api/threshold, api/history).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Local: Java 21 LTS + Spring Boot 3.2.5 REST &amp; Thymeleaf MVC controllers.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Command-Query Separation (CQS) ensuring getReminders() has zero side-effects.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Strict JSON contracts across both runtimes.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1874519"/>
            <a:ext cx="3328416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19872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MYSQL 8.0 &amp; ATOMIC FALLBACK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Layer 3: Data Tier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Primary: MySQL 8.0 relational schema with primary keys, indexes, and foreign constraints.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Connection pooling via mysql2 &amp; HikariCP.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Resilient Fallback: Atomic local JSON file storage (store.json) via temp-file swapping.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Guarantees 100% data integrity even during power interruptions.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1874519"/>
            <a:ext cx="3328416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Backend Engineering &amp; Concurrency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Architectural design patterns applied to prevent data corruption, race conditions, and side-effects.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MediGuard 💊  |  Household Medicine Expiry Alert System  •  https://mediguard-jade.vercel.app  •  Slide 6 of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PURITY IN STATE QUERIES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Command-Query Separation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Violating CQS creates hidden side-effects during read operations.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In MediGuard, getReminders() and calculateStatus() are strictly pure queries.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State mutations (add, consume, delete) are isolated into dedicated commands.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Prevents unintended disk writes during dashboard page renders.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2841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ZERO-CORRUPTION GUARANTEE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Atomic Temp-File Swaps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Direct file overwriting risks corrupting data if an app terminates mid-write.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MediGuard writes updates first to Files.createTempFile().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Atomically replaces the live store using StandardCopyOption.ATOMIC_MOVE.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Guarantees the persistence layer is either completely updated or completely untouched.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1874519"/>
            <a:ext cx="3328416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19872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16A34A"/>
                </a:solidFill>
                <a:latin typeface="Segoe UI"/>
              </a:defRPr>
            </a:pPr>
            <a:r>
              <a:t>ACCOUNTABILITY WITH BOUNDS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Audit Trail &amp; Bound Limiting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Every cabinet event (add, mark as used, discard, expired alert) is logged with timestamps.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History is bounded to 100 entries to prevent memory bloat and performance degradation.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Provides household members an immutable audit log of who consumed what medication.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1874519"/>
            <a:ext cx="3328416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UI / 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Responsive Multi-Device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Designed from the ground up for seamless operation across desktop workstations, tablets, and smartphones.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MediGuard 💊  |  Household Medicine Expiry Alert System  •  https://mediguard-jade.vercel.app  •  Slide 7 of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TABLE ON PC → CARDS ON MOBILE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Adaptive Layout Strategy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Desktop (&gt;768px): High-density clean table view allowing quick scanning of dozens of medicines.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Mobile (≤768px): Seamless CSS transform into native card components.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Each mobile card features a 4px status-colored left border (Red, Orange, Amber, Green) for instant recognition.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2841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WCAG 2.1 COMPLIANT TARGETS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Touch Ergonomics &amp; Safety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All buttons and interactive action targets enforce a 44px minimum height.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Form inputs enforce a 16px font size to eliminate iOS Safari's jarring auto-zoom behavior.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Responsive flex-wrapping on threshold settings prevents horizontal overflow on compact 375px screens.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1874519"/>
            <a:ext cx="3328416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19872" y="1874519"/>
            <a:ext cx="3328416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ZERO PAGE RELOAD OVERHEAD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Instant Real-Time Reactivity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Changes to household thresholds trigger instant client-side date re-evaluations.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Inline action confirmations prevent accidental medicine deletions.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Prominent emergency top banner immediately appears if any expired items are discovered.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1874519"/>
            <a:ext cx="3328416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Rigorous Quality Assurance &amp; Test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Every layer of MediGuard is thoroughly covered by automated test suites and verified by Verdict.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MediGuard 💊  |  Household Medicine Expiry Alert System  •  https://mediguard-jade.vercel.app  •  Slide 8 of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28416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sz="2000" b="1">
                <a:solidFill>
                  <a:srgbClr val="16A34A"/>
                </a:solidFill>
                <a:latin typeface="Segoe UI"/>
              </a:defRPr>
            </a:pPr>
            <a:r>
              <a:t>20 / 20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Automated Tests Passing  •  JUnit 5 + MockMvc 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74519"/>
            <a:ext cx="3328416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VERDICT: PASS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AST &amp; Spec Verified  •  100% Quality Framework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74519"/>
            <a:ext cx="3328416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sz="2000" b="1">
                <a:solidFill>
                  <a:srgbClr val="0D9488"/>
                </a:solidFill>
                <a:latin typeface="Segoe UI"/>
              </a:defRPr>
            </a:pPr>
            <a:r>
              <a:t>JAVA 21 LTS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Spring Boot 3.2.5  •  Modern Type-Safe Bytecode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3328416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 rIns="201168"/>
          <a:lstStyle/>
          <a:p>
            <a:pPr algn="ctr">
              <a:defRPr sz="850" b="1">
                <a:solidFill>
                  <a:srgbClr val="0D9488"/>
                </a:solidFill>
                <a:latin typeface="Segoe UI"/>
              </a:defRPr>
            </a:pPr>
            <a:r>
              <a:t>MEDICINETEST &amp; REMINDERTEST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Domain Logic Tests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Validates date boundary calculations across month transitions.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Verifies negative day offsets (days overdue).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Tests alert message generation for critical and expired states.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Ensures status strings match exact schema contracts.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3328416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5696" y="3154680"/>
            <a:ext cx="3328416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 rIns="201168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MEDICINEMANAGERTEST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Service Layer Tests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Tests multi-unit consumption (10 → 9 → ... → 0).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Verifies auto-removal of medicines when stock reaches 0.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Validates custom threshold updates with atomic reloads.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Tests circular 100-item capped history audit logging.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3154680"/>
            <a:ext cx="3328416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9872" y="3154680"/>
            <a:ext cx="3328416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 rIns="201168"/>
          <a:lstStyle/>
          <a:p>
            <a:pPr algn="ctr">
              <a:defRPr sz="850" b="1">
                <a:solidFill>
                  <a:srgbClr val="16A34A"/>
                </a:solidFill>
                <a:latin typeface="Segoe UI"/>
              </a:defRPr>
            </a:pPr>
            <a:r>
              <a:t>MEDICINECONTROLLERTEST (MOCKMVC)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Web MVC Controller Tests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Simulates HTTP GET requests against index endpoints.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Tests form submission handling and input validation.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Validates Thymeleaf view model binding and redirects.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✔  Verifies error handling on malformed dates.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3154680"/>
            <a:ext cx="3328416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Live Deployment &amp;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Experience MediGuard immediately online, or spin up the full stack locally in under 2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MediGuard 💊  |  Household Medicine Expiry Alert System  •  https://mediguard-jade.vercel.app  •  Slide 9 of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175504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CLOUD PRODUCTION (LIVE)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Global Serverless Web Deployment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Live Production URL: https://mediguard-jade.vercel.app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Hosted on Vercel's global edge network with sub-50ms latency.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Zero setup required — open the URL in any mobile or desktop browser.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Pre-seeded with 15 standard household medications for instant demonstration.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Dynamic client-side calculations guarantee live updates without server roundtrips.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5175504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1928" y="1874519"/>
            <a:ext cx="5175504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LOCAL DEVELOPMENT (VS CODE / ANTIGRAVITY)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Spring Boot 3 &amp; MySQL Environment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1. Clone: git clone https://github.com/aelin-codes/mediguard.git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2. Open: Launch in VS Code or Antigravity (Ctrl+K Ctrl+O).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3. Run: Execute .\mvnw.cmd spring-boot:run in the terminal.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4. Access: Open http://localhost:8080 in your browser.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✔  5. Database: mysql -u root -p &lt; schema-mysql.sql (or automatic JSON store fallback).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1928" y="1874519"/>
            <a:ext cx="517550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950" b="1">
                <a:solidFill>
                  <a:srgbClr val="2DD4BF"/>
                </a:solidFill>
                <a:latin typeface="Segoe UI"/>
              </a:defRPr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1F5F9"/>
                </a:solidFill>
                <a:latin typeface="Segoe UI"/>
              </a:defRPr>
            </a:pPr>
            <a:r>
              <a:t>MediGuard Roadmap &amp; Strategic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Scaling from household cabinet tracking into a complete intelligent home health guardian.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MediGuard 💊  |  Household Medicine Expiry Alert System  •  https://mediguard-jade.vercel.app  •  Slide 10 of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496312" cy="416052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850" b="1">
                <a:solidFill>
                  <a:srgbClr val="0EA5E9"/>
                </a:solidFill>
                <a:latin typeface="Segoe UI"/>
              </a:defRPr>
            </a:pPr>
            <a:r>
              <a:t>INSTANT PRESCRIPTION INTAKE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📷 Barcode &amp; NDC Scanner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Use smartphone camera to scan National Drug Code (NDC) barcodes.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Auto-populates drug brand, generic name, dosage, and manufacturer expiry date in seconds.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Eliminates manual typing friction completely.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24963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496312" cy="416052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850" b="1">
                <a:solidFill>
                  <a:srgbClr val="0D9488"/>
                </a:solidFill>
                <a:latin typeface="Segoe UI"/>
              </a:defRPr>
            </a:pPr>
            <a:r>
              <a:t>SMS, WHATSAPP &amp; PUSH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🔔 Multi-Channel Alerts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Twilio SMS and WhatsApp notifications for expiring critical medications.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Browser WebPush notifications triggering 7 days and 24 hours prior to expiration.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Ensures families never miss an upcoming expiry.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874519"/>
            <a:ext cx="249631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2496312" cy="416052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850" b="1">
                <a:solidFill>
                  <a:srgbClr val="EA580C"/>
                </a:solidFill>
                <a:latin typeface="Segoe UI"/>
              </a:defRPr>
            </a:pPr>
            <a:r>
              <a:t>CLINICAL SAFETY VERIFICATION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⚠️ Drug Interaction Checker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Integrate with OpenFDA and ChEMBL drug-drug interaction databases.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Warns users if adding a new drug causes dangerous contraindications with current cabinet stock.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Protects polypharmacy patients and elderly family members.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2496312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1874519"/>
            <a:ext cx="2496312" cy="416052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FAMILY &amp; PET PARTITIONING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👨‍👩‍👧‍👦 Multi-Cabinet Profiles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Segment medicines into isolated household profiles (e.g., Parents, Kids, Pets, First Aid Kit).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Individualized medical history logs and role-based family access permissions.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Custom notification channels per caregiver.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74519"/>
            <a:ext cx="249631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868680"/>
            <a:ext cx="2926080" cy="329184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PROJECT WRAP-UP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You! 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Segoe UI"/>
              </a:defRPr>
            </a:pPr>
            <a:r>
              <a:t>Questions, Feedback &amp; Open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07792"/>
            <a:ext cx="9997135" cy="96012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74320" rIns="274320"/>
          <a:lstStyle/>
          <a:p>
            <a:pPr algn="ctr">
              <a:defRPr sz="1250" i="1">
                <a:solidFill>
                  <a:srgbClr val="F1F5F9"/>
                </a:solidFill>
                <a:latin typeface="Segoe UI"/>
              </a:defRPr>
            </a:pPr>
            <a:r>
              <a:t>“MediGuard bridges clinical medicine safety and everyday household convenience — ensuring families stay protected from expired drugs with zero guesswork.”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114800"/>
            <a:ext cx="3154680" cy="173736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🌐 LIVE DEMO APPLICATION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https://mediguard-jade.vercel.app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Instant mobile &amp; desktop web access powered by Vercel Edge Serverless functions.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114800"/>
            <a:ext cx="31546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17136" y="4114800"/>
            <a:ext cx="3154680" cy="173736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📦 OPEN-SOURCE REPOSITORY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github.com/aelin-codes/mediguard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Full Java 21, Spring Boot 3, and MySQL source code with 20 passing unit tests.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4114800"/>
            <a:ext cx="31546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36992" y="4114800"/>
            <a:ext cx="3154680" cy="1737360"/>
          </a:xfrm>
          <a:prstGeom prst="roundRect">
            <a:avLst/>
          </a:prstGeom>
          <a:solidFill>
            <a:srgbClr val="142040"/>
          </a:solidFill>
          <a:ln w="12700">
            <a:solidFill>
              <a:srgbClr val="26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950" b="1">
                <a:solidFill>
                  <a:srgbClr val="16A34A"/>
                </a:solidFill>
                <a:latin typeface="Segoe UI"/>
              </a:defRPr>
            </a:pPr>
            <a:r>
              <a:t>⚖️ VERDICT VERIFIED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100% Quality &amp; Spec Compliance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Verified AST structural compliance, zero stubs, CQS isolation, and atomic persistence.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992" y="4114800"/>
            <a:ext cx="31546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MediGuard 💊  |  Household Medicine Expiry Alert System  •  https://mediguard-jade.vercel.app  •  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